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IoT-Based Smart Parking Occupancy Monitoring &amp; Predictive Demand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/>
            </a:pPr>
            <a:r>
              <a:t>Project Proposal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Group Members</a:t>
            </a:r>
          </a:p>
          <a:p>
            <a:pPr>
              <a:defRPr sz="1600"/>
            </a:pPr>
            <a:r>
              <a:t>1____________________________ | ____________________________</a:t>
            </a:r>
          </a:p>
          <a:p>
            <a:pPr>
              <a:defRPr sz="1600"/>
            </a:pPr>
            <a:r>
              <a:t>2____________________________ | ____________________________</a:t>
            </a:r>
          </a:p>
          <a:p>
            <a:pPr>
              <a:defRPr sz="1600"/>
            </a:pPr>
            <a:r>
              <a:t>3____________________________ | ____________________________</a:t>
            </a:r>
          </a:p>
          <a:p>
            <a:pPr>
              <a:defRPr sz="1600"/>
            </a:pPr>
            <a:r>
              <a:t>4____________________________ | ____________________________</a:t>
            </a:r>
          </a:p>
          <a:p>
            <a:pPr>
              <a:defRPr sz="1600"/>
            </a:pPr>
            <a:r>
              <a:t>5____________________________ | ____________________________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BSc Telecommunication &amp; Information Engineering</a:t>
            </a:r>
          </a:p>
          <a:p>
            <a:pPr>
              <a:defRPr sz="1600"/>
            </a:pPr>
            <a:r>
              <a:t>Dedan Kimathi University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🚗 No real-time parking visibility</a:t>
            </a:r>
          </a:p>
          <a:p>
            <a:r>
              <a:t>🔎 Drivers waste time searching</a:t>
            </a:r>
          </a:p>
          <a:p>
            <a:r>
              <a:t>📊 Limited parking utilization data</a:t>
            </a:r>
          </a:p>
          <a:p>
            <a:r>
              <a:t>⏰ Peak demand is difficult to anticipate</a:t>
            </a:r>
          </a:p>
          <a:p>
            <a:r>
              <a:t>🔮 Existing systems rarely provide demand prediction</a:t>
            </a:r>
          </a:p>
          <a:p/>
          <a:p>
            <a:r>
              <a:t>Our Problem:</a:t>
            </a:r>
          </a:p>
          <a:p>
            <a:r>
              <a:t>How can IoT and Machine Learning improve real-time parking monitoring and future demand prediction?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Proposed Solution</a:t>
            </a:r>
          </a:p>
          <a:p>
            <a:r>
              <a:t>Distributed IoT sensors → Real-time data → Analytics → ML prediction → Dashboard</a:t>
            </a:r>
          </a:p>
          <a:p/>
          <a:p>
            <a:r>
              <a:t>Objectives</a:t>
            </a:r>
          </a:p>
          <a:p>
            <a:r>
              <a:t>• Monitor parking occupancy in real time</a:t>
            </a:r>
          </a:p>
          <a:p>
            <a:r>
              <a:t>• Transmit sensor data using IoT communication</a:t>
            </a:r>
          </a:p>
          <a:p>
            <a:r>
              <a:t>• Store &amp; analyze historical occupancy data</a:t>
            </a:r>
          </a:p>
          <a:p>
            <a:r>
              <a:t>• Predict future parking demand</a:t>
            </a:r>
          </a:p>
          <a:p>
            <a:r>
              <a:t>• Visualize availability, trends &amp; predictions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</a:p>
          <a:p>
            <a:pPr algn="ctr"/>
          </a:p>
          <a:p>
            <a:pPr algn="ctr"/>
          </a:p>
          <a:p>
            <a:pPr algn="ctr"/>
            <a:r>
              <a:t>[ PASTE ARCHITECTURE DIAGRAM HERE ]</a:t>
            </a:r>
          </a:p>
          <a:p>
            <a:pPr algn="ctr"/>
          </a:p>
          <a:p>
            <a:pPr algn="ctr"/>
          </a:p>
          <a:p>
            <a:pPr algn="ctr"/>
            <a:r>
              <a:t>Sensing → Communication → Processing → Analytics → Prediction →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Science &amp;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t>Data</a:t>
            </a:r>
          </a:p>
          <a:p>
            <a:pPr algn="ctr"/>
            <a:r>
              <a:t>Occupancy • Timestamp • Bay ID • Availability</a:t>
            </a:r>
          </a:p>
          <a:p>
            <a:pPr algn="ctr"/>
            <a:r>
              <a:t>↓</a:t>
            </a:r>
          </a:p>
          <a:p>
            <a:pPr algn="ctr"/>
            <a:r>
              <a:t>Processing</a:t>
            </a:r>
          </a:p>
          <a:p>
            <a:pPr algn="ctr"/>
            <a:r>
              <a:t>Cleaning • Aggregation • Feature Engineering</a:t>
            </a:r>
          </a:p>
          <a:p>
            <a:pPr algn="ctr"/>
            <a:r>
              <a:t>↓</a:t>
            </a:r>
          </a:p>
          <a:p>
            <a:pPr algn="ctr"/>
            <a:r>
              <a:t>Features</a:t>
            </a:r>
          </a:p>
          <a:p>
            <a:pPr algn="ctr"/>
            <a:r>
              <a:t>Current Occupancy • Time • Day • Historical Trends</a:t>
            </a:r>
          </a:p>
          <a:p>
            <a:pPr algn="ctr"/>
            <a:r>
              <a:t>↓</a:t>
            </a:r>
          </a:p>
          <a:p>
            <a:pPr algn="ctr"/>
            <a:r>
              <a:t>ML Model</a:t>
            </a:r>
          </a:p>
          <a:p>
            <a:pPr algn="ctr"/>
            <a:r>
              <a:t>Random Forest Regression</a:t>
            </a:r>
          </a:p>
          <a:p>
            <a:pPr algn="ctr"/>
            <a:r>
              <a:t>↓</a:t>
            </a:r>
          </a:p>
          <a:p>
            <a:pPr algn="ctr"/>
            <a:r>
              <a:t>Prediction</a:t>
            </a:r>
          </a:p>
          <a:p>
            <a:pPr algn="ctr"/>
            <a:r>
              <a:t>Future Occupancy • Available Spaces • Demand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Expected Outcome</a:t>
            </a:r>
          </a:p>
          <a:p>
            <a:r>
              <a:t>• Real-Time Monitoring: Current parking availability</a:t>
            </a:r>
          </a:p>
          <a:p>
            <a:r>
              <a:t>• Historical Analytics: Usage &amp; peak-demand patterns</a:t>
            </a:r>
          </a:p>
          <a:p>
            <a:r>
              <a:t>• ML Prediction: Future parking demand</a:t>
            </a:r>
          </a:p>
          <a:p>
            <a:r>
              <a:t>• Dashboard: Unified system visualization</a:t>
            </a:r>
          </a:p>
          <a:p/>
          <a:p>
            <a:r>
              <a:t>Implementation</a:t>
            </a:r>
          </a:p>
          <a:p>
            <a:r>
              <a:t>1. Design → 2. Build Nodes → 3. Collect Data → 4. Process → 5. Train ML → 6. Integrate Dashboard</a:t>
            </a:r>
          </a:p>
          <a:p/>
          <a:p>
            <a:r>
              <a:t>Final Goal</a:t>
            </a:r>
          </a:p>
          <a:p>
            <a:r>
              <a:t>Monitor parking today. Predict parking tomorrow.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